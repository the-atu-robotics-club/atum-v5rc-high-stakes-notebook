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67" r:id="rId5"/>
    <p:sldId id="256" r:id="rId6"/>
    <p:sldId id="257" r:id="rId7"/>
    <p:sldId id="258" r:id="rId8"/>
    <p:sldId id="259" r:id="rId9"/>
    <p:sldId id="265" r:id="rId10"/>
    <p:sldId id="266" r:id="rId11"/>
    <p:sldId id="268" r:id="rId12"/>
    <p:sldId id="270" r:id="rId13"/>
    <p:sldId id="277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008" autoAdjust="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4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3429000"/>
            <a:ext cx="4941771" cy="212804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AEE4345-6707-40C5-596C-B0DA23DA8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631311"/>
            <a:ext cx="4941770" cy="39666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291403"/>
            <a:ext cx="3208683" cy="2054606"/>
          </a:xfrm>
        </p:spPr>
        <p:txBody>
          <a:bodyPr anchor="b">
            <a:no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3208682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2385" y="612949"/>
            <a:ext cx="5111750" cy="2263602"/>
          </a:xfrm>
        </p:spPr>
        <p:txBody>
          <a:bodyPr anchor="b"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74CA1E-BE8C-4762-E05F-96F07D4CE81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33499" y="3660773"/>
            <a:ext cx="5110635" cy="226360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ntent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0" y="4530731"/>
            <a:ext cx="7200900" cy="1325563"/>
          </a:xfrm>
        </p:spPr>
        <p:txBody>
          <a:bodyPr anchor="t">
            <a:noAutofit/>
          </a:bodyPr>
          <a:lstStyle>
            <a:lvl1pPr algn="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3DB46-7F65-F2F7-A4DB-5EA8E826D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52900" y="1001706"/>
            <a:ext cx="7200900" cy="2970199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r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 algn="r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 algn="r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 algn="r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B88D1B-8B29-5F85-2AA1-7EC1CEAAF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 flipH="1" flipV="1">
            <a:off x="976672" y="836969"/>
            <a:ext cx="5044359" cy="6997703"/>
            <a:chOff x="0" y="0"/>
            <a:chExt cx="2238376" cy="310515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630D63C-C724-8E54-EF95-AF7F31AD6A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75C056-A522-877C-2C53-00191DC7A97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7067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DB002F0-31B4-B46E-4D61-BBB5EE541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5120" b="35843"/>
          <a:stretch/>
        </p:blipFill>
        <p:spPr>
          <a:xfrm rot="10800000">
            <a:off x="8280402" y="-8"/>
            <a:ext cx="3911598" cy="685800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215003C1-C9B6-16CB-A8EC-73730DE8F0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0126" y="600072"/>
            <a:ext cx="5111750" cy="2276480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2CFF9FE-4252-7A2F-1F59-91ADDCFE9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0126" y="3660773"/>
            <a:ext cx="5111750" cy="2276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 algn="ctr">
              <a:lnSpc>
                <a:spcPct val="100000"/>
              </a:lnSpc>
              <a:buNone/>
              <a:defRPr sz="1400" spc="50" baseline="0"/>
            </a:lvl2pPr>
            <a:lvl3pPr marL="914400" indent="0" algn="ctr">
              <a:lnSpc>
                <a:spcPct val="100000"/>
              </a:lnSpc>
              <a:buNone/>
              <a:defRPr sz="1400" spc="50" baseline="0"/>
            </a:lvl3pPr>
            <a:lvl4pPr marL="1371600" indent="0" algn="ctr">
              <a:lnSpc>
                <a:spcPct val="100000"/>
              </a:lnSpc>
              <a:buNone/>
              <a:defRPr sz="1400" spc="50" baseline="0"/>
            </a:lvl4pPr>
            <a:lvl5pPr marL="1828800" indent="0" algn="ctr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9206A4F-FB63-7B93-093A-BAEE3C1E7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879" b="31210"/>
          <a:stretch/>
        </p:blipFill>
        <p:spPr>
          <a:xfrm>
            <a:off x="12702" y="-3"/>
            <a:ext cx="3898898" cy="5270503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738827B-0A59-F285-9DB3-B3EAF1D42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-3873" y="-3"/>
            <a:ext cx="2899473" cy="68580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809F23-E134-1407-05FA-D2E8CB359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267127" y="-3"/>
            <a:ext cx="2899473" cy="68580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26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3DB46-7F65-F2F7-A4DB-5EA8E826D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11382"/>
            <a:ext cx="10515600" cy="37449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22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74230" y="522514"/>
            <a:ext cx="4179570" cy="3341857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4230" y="3963689"/>
            <a:ext cx="4179570" cy="36512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53351"/>
            <a:ext cx="6696074" cy="365125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67" y="892177"/>
            <a:ext cx="9577983" cy="1325563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660747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660747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660747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660747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0168" y="892177"/>
            <a:ext cx="9088438" cy="1135899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570485"/>
            <a:ext cx="1828800" cy="20283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779603"/>
            <a:ext cx="1828800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570485"/>
            <a:ext cx="1828800" cy="20283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779603"/>
            <a:ext cx="1828800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570485"/>
            <a:ext cx="2105135" cy="20283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779603"/>
            <a:ext cx="2299855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570485"/>
            <a:ext cx="1828800" cy="20283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779603"/>
            <a:ext cx="1844126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429321"/>
            <a:ext cx="1828800" cy="2028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38439"/>
            <a:ext cx="1828800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429321"/>
            <a:ext cx="1828800" cy="2028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38439"/>
            <a:ext cx="1828800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429321"/>
            <a:ext cx="1828800" cy="2028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38439"/>
            <a:ext cx="1813474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429321"/>
            <a:ext cx="1828800" cy="20283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38439"/>
            <a:ext cx="1844126" cy="343061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72533"/>
            <a:ext cx="4296508" cy="953298"/>
          </a:xfrm>
        </p:spPr>
        <p:txBody>
          <a:bodyPr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martArt Placeholder 6">
            <a:extLst>
              <a:ext uri="{FF2B5EF4-FFF2-40B4-BE49-F238E27FC236}">
                <a16:creationId xmlns:a16="http://schemas.microsoft.com/office/drawing/2014/main" id="{F96A1147-BBF0-6437-57F1-BED5DFBF290B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5134708" y="886968"/>
            <a:ext cx="6240428" cy="5266944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72757"/>
            <a:ext cx="8421688" cy="1644984"/>
          </a:xfrm>
        </p:spPr>
        <p:txBody>
          <a:bodyPr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883877"/>
            <a:ext cx="3924300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883877"/>
            <a:ext cx="3943627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72757"/>
            <a:ext cx="8421688" cy="1644984"/>
          </a:xfrm>
        </p:spPr>
        <p:txBody>
          <a:bodyPr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2883878"/>
            <a:ext cx="3924300" cy="29485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2883878"/>
            <a:ext cx="3943627" cy="29485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75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946" t="20241" r="-640" b="12256"/>
          <a:stretch/>
        </p:blipFill>
        <p:spPr>
          <a:xfrm rot="10800000">
            <a:off x="7416800" y="0"/>
            <a:ext cx="47751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427" y="572757"/>
            <a:ext cx="8421688" cy="1644984"/>
          </a:xfrm>
        </p:spPr>
        <p:txBody>
          <a:bodyPr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427" y="2883877"/>
            <a:ext cx="3924300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427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316900" y="2883877"/>
            <a:ext cx="3943627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16900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8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946" t="20241" r="-640" b="12256"/>
          <a:stretch/>
        </p:blipFill>
        <p:spPr>
          <a:xfrm rot="10800000">
            <a:off x="7416800" y="0"/>
            <a:ext cx="47751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427" y="572757"/>
            <a:ext cx="8421688" cy="1644984"/>
          </a:xfrm>
        </p:spPr>
        <p:txBody>
          <a:bodyPr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427" y="2883878"/>
            <a:ext cx="3924300" cy="29485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16900" y="2883878"/>
            <a:ext cx="3943627" cy="294859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7698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D1EBCB2-CB7D-C29F-E059-C0F4F2ECA9AD}"/>
              </a:ext>
            </a:extLst>
          </p:cNvPr>
          <p:cNvSpPr/>
          <p:nvPr userDrawn="1"/>
        </p:nvSpPr>
        <p:spPr>
          <a:xfrm rot="10800000" flipV="1">
            <a:off x="0" y="5829300"/>
            <a:ext cx="12192000" cy="102954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E6AAA3BD-66E5-58EA-51CD-D8A71D8FC683}"/>
              </a:ext>
            </a:extLst>
          </p:cNvPr>
          <p:cNvSpPr/>
          <p:nvPr userDrawn="1"/>
        </p:nvSpPr>
        <p:spPr>
          <a:xfrm flipV="1">
            <a:off x="0" y="0"/>
            <a:ext cx="12192000" cy="102954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116E87-B2C5-2911-467C-A4F6547A4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2" idx="3"/>
          </p:cNvCxnSpPr>
          <p:nvPr userDrawn="1"/>
        </p:nvCxnSpPr>
        <p:spPr>
          <a:xfrm flipH="1">
            <a:off x="0" y="-39998"/>
            <a:ext cx="12192000" cy="6898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6CDF3886-B71B-5B25-45E4-B1EC6FFA7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9570" y="1211214"/>
            <a:ext cx="10434230" cy="887109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49838"/>
            <a:ext cx="5067300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700567"/>
            <a:ext cx="5067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6501" y="2749838"/>
            <a:ext cx="5067300" cy="864157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6501" y="3700567"/>
            <a:ext cx="5067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B26122-0BFD-CA45-8405-F235FD83E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9520237" y="4094211"/>
            <a:ext cx="2238376" cy="3105150"/>
            <a:chOff x="0" y="0"/>
            <a:chExt cx="2238376" cy="310515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CCC07C-E8D5-2E81-90DE-A47FDCD9D6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4AB0CB4-26E1-8A9A-A424-D5EC198A8AE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57226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D1EBCB2-CB7D-C29F-E059-C0F4F2ECA9AD}"/>
              </a:ext>
            </a:extLst>
          </p:cNvPr>
          <p:cNvSpPr/>
          <p:nvPr userDrawn="1"/>
        </p:nvSpPr>
        <p:spPr>
          <a:xfrm rot="10800000" flipV="1">
            <a:off x="0" y="5829300"/>
            <a:ext cx="12192000" cy="102954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E6AAA3BD-66E5-58EA-51CD-D8A71D8FC683}"/>
              </a:ext>
            </a:extLst>
          </p:cNvPr>
          <p:cNvSpPr/>
          <p:nvPr userDrawn="1"/>
        </p:nvSpPr>
        <p:spPr>
          <a:xfrm flipV="1">
            <a:off x="0" y="0"/>
            <a:ext cx="12192000" cy="102954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116E87-B2C5-2911-467C-A4F6547A4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2" idx="3"/>
          </p:cNvCxnSpPr>
          <p:nvPr userDrawn="1"/>
        </p:nvCxnSpPr>
        <p:spPr>
          <a:xfrm flipH="1">
            <a:off x="0" y="-39998"/>
            <a:ext cx="12192000" cy="68988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6CDF3886-B71B-5B25-45E4-B1EC6FFA7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9570" y="1211214"/>
            <a:ext cx="10434230" cy="887109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749839"/>
            <a:ext cx="5067300" cy="29485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6501" y="2749839"/>
            <a:ext cx="5067300" cy="294859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B26122-0BFD-CA45-8405-F235FD83E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 flipV="1">
            <a:off x="9520237" y="4094211"/>
            <a:ext cx="2238376" cy="3105150"/>
            <a:chOff x="0" y="0"/>
            <a:chExt cx="2238376" cy="310515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CCC07C-E8D5-2E81-90DE-A47FDCD9D6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4AB0CB4-26E1-8A9A-A424-D5EC198A8AE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77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250" y="522515"/>
            <a:ext cx="9710646" cy="1377306"/>
          </a:xfrm>
        </p:spPr>
        <p:txBody>
          <a:bodyPr>
            <a:no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3023393"/>
            <a:ext cx="2882475" cy="768371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3023393"/>
            <a:ext cx="2896671" cy="768371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3023393"/>
            <a:ext cx="2882475" cy="768371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954593"/>
            <a:ext cx="5111750" cy="1921958"/>
          </a:xfrm>
        </p:spPr>
        <p:txBody>
          <a:bodyPr anchor="b">
            <a:no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32F987-28DE-F3C5-77B9-746CEBB2B1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477990" y="3660774"/>
            <a:ext cx="5110635" cy="192195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351693"/>
            <a:ext cx="4179570" cy="2453652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FD7304-99EE-76D0-952F-4B48C9AA6EB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67201" y="3238104"/>
            <a:ext cx="4179570" cy="21076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2" r:id="rId4"/>
    <p:sldLayoutId id="2147483671" r:id="rId5"/>
    <p:sldLayoutId id="2147483673" r:id="rId6"/>
    <p:sldLayoutId id="2147483661" r:id="rId7"/>
    <p:sldLayoutId id="2147483666" r:id="rId8"/>
    <p:sldLayoutId id="2147483667" r:id="rId9"/>
    <p:sldLayoutId id="2147483654" r:id="rId10"/>
    <p:sldLayoutId id="2147483663" r:id="rId11"/>
    <p:sldLayoutId id="2147483662" r:id="rId12"/>
    <p:sldLayoutId id="2147483668" r:id="rId13"/>
    <p:sldLayoutId id="2147483652" r:id="rId14"/>
    <p:sldLayoutId id="2147483653" r:id="rId15"/>
    <p:sldLayoutId id="2147483674" r:id="rId16"/>
    <p:sldLayoutId id="2147483669" r:id="rId17"/>
    <p:sldLayoutId id="2147483675" r:id="rId18"/>
    <p:sldLayoutId id="2147483670" r:id="rId19"/>
    <p:sldLayoutId id="2147483676" r:id="rId20"/>
    <p:sldLayoutId id="2147483660" r:id="rId21"/>
    <p:sldLayoutId id="2147483664" r:id="rId22"/>
    <p:sldLayoutId id="2147483665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7DCE-0CDB-5497-F7BA-F9DC89E7E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36033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Daily logging</a:t>
            </a:r>
          </a:p>
        </p:txBody>
      </p:sp>
      <p:pic>
        <p:nvPicPr>
          <p:cNvPr id="5" name="Content Placeholder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916E59FD-6D04-357B-2F7B-659EC8595D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05183" y="3200400"/>
            <a:ext cx="3555186" cy="985756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D83CC21-A14F-A0A4-9F95-3BF3AAE53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556" y="2829464"/>
            <a:ext cx="3477062" cy="1754628"/>
          </a:xfrm>
          <a:prstGeom prst="rect">
            <a:avLst/>
          </a:prstGeom>
        </p:spPr>
      </p:pic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7F8C9F2-27F1-717D-334C-E21B7BBC1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31" y="2829464"/>
            <a:ext cx="3392436" cy="17276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5ADF4E-22C3-C358-3A8F-EE2A7C9F241B}"/>
              </a:ext>
            </a:extLst>
          </p:cNvPr>
          <p:cNvSpPr txBox="1"/>
          <p:nvPr/>
        </p:nvSpPr>
        <p:spPr>
          <a:xfrm>
            <a:off x="953598" y="4735902"/>
            <a:ext cx="102848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Each part of the notebook has a “log” file</a:t>
            </a:r>
          </a:p>
          <a:p>
            <a:r>
              <a:rPr lang="en-US" sz="4400" dirty="0"/>
              <a:t>to put day-to-day work.</a:t>
            </a:r>
          </a:p>
        </p:txBody>
      </p:sp>
    </p:spTree>
    <p:extLst>
      <p:ext uri="{BB962C8B-B14F-4D97-AF65-F5344CB8AC3E}">
        <p14:creationId xmlns:p14="http://schemas.microsoft.com/office/powerpoint/2010/main" val="203947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Daily logging</a:t>
            </a:r>
          </a:p>
        </p:txBody>
      </p:sp>
      <p:pic>
        <p:nvPicPr>
          <p:cNvPr id="8" name="Content Placeholder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116A123-BD65-E642-080D-F5F283413B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65006" y="1565517"/>
            <a:ext cx="9661988" cy="372696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19E345-C96F-51C7-C400-0BF25EA66B2C}"/>
              </a:ext>
            </a:extLst>
          </p:cNvPr>
          <p:cNvSpPr txBox="1"/>
          <p:nvPr/>
        </p:nvSpPr>
        <p:spPr>
          <a:xfrm>
            <a:off x="312686" y="5363134"/>
            <a:ext cx="115666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logs should look like this with (M)M/(D)D/YYYY </a:t>
            </a:r>
          </a:p>
          <a:p>
            <a:r>
              <a:rPr lang="en-US" sz="4000" dirty="0"/>
              <a:t>subsections and third-person writing.</a:t>
            </a:r>
          </a:p>
        </p:txBody>
      </p:sp>
    </p:spTree>
    <p:extLst>
      <p:ext uri="{BB962C8B-B14F-4D97-AF65-F5344CB8AC3E}">
        <p14:creationId xmlns:p14="http://schemas.microsoft.com/office/powerpoint/2010/main" val="390769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SUBJECT FILES</a:t>
            </a:r>
          </a:p>
        </p:txBody>
      </p:sp>
      <p:pic>
        <p:nvPicPr>
          <p:cNvPr id="6" name="Content Placeholder 5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2B240271-645F-9C20-EC27-F2C3CB437E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1584" y="1698603"/>
            <a:ext cx="5222224" cy="3460790"/>
          </a:xfrm>
        </p:spPr>
      </p:pic>
      <p:pic>
        <p:nvPicPr>
          <p:cNvPr id="9" name="Picture 8" descr="A page of a notebook&#10;&#10;Description automatically generated">
            <a:extLst>
              <a:ext uri="{FF2B5EF4-FFF2-40B4-BE49-F238E27FC236}">
                <a16:creationId xmlns:a16="http://schemas.microsoft.com/office/drawing/2014/main" id="{08EB09C3-E149-9AFC-AC3F-A2868297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872" y="1883214"/>
            <a:ext cx="5507544" cy="30915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68C553-292D-20A4-C4C8-1C5F61E5D5ED}"/>
              </a:ext>
            </a:extLst>
          </p:cNvPr>
          <p:cNvSpPr txBox="1"/>
          <p:nvPr/>
        </p:nvSpPr>
        <p:spPr>
          <a:xfrm>
            <a:off x="466702" y="5582741"/>
            <a:ext cx="11258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design and overall history of the robot should be further expounded upon in separate easily-accessed areas.</a:t>
            </a:r>
          </a:p>
          <a:p>
            <a:r>
              <a:rPr lang="en-US" dirty="0"/>
              <a:t>For instance, above is the chapter “About This Notebook” going into detail about the notebook.</a:t>
            </a:r>
          </a:p>
        </p:txBody>
      </p:sp>
    </p:spTree>
    <p:extLst>
      <p:ext uri="{BB962C8B-B14F-4D97-AF65-F5344CB8AC3E}">
        <p14:creationId xmlns:p14="http://schemas.microsoft.com/office/powerpoint/2010/main" val="389043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SUBJECT FILES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0B9D26-7A79-E782-049C-A864799575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498" y="3497149"/>
            <a:ext cx="6645087" cy="699482"/>
          </a:xfr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A5D6C7F-1A3F-8FA8-A9CA-287765EC7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421" y="1539375"/>
            <a:ext cx="3795239" cy="1514532"/>
          </a:xfrm>
          <a:prstGeom prst="rect">
            <a:avLst/>
          </a:prstGeom>
        </p:spPr>
      </p:pic>
      <p:pic>
        <p:nvPicPr>
          <p:cNvPr id="15" name="Picture 1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4BF52A1-EB40-7DE7-FA8D-C9A804A8A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231" y="1768898"/>
            <a:ext cx="4077269" cy="22291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50683D-5EA1-3309-C180-AB16A9891641}"/>
              </a:ext>
            </a:extLst>
          </p:cNvPr>
          <p:cNvSpPr txBox="1"/>
          <p:nvPr/>
        </p:nvSpPr>
        <p:spPr>
          <a:xfrm>
            <a:off x="577598" y="4903126"/>
            <a:ext cx="110368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subject files should be input in a “part file” the list of part files is on the right.</a:t>
            </a:r>
          </a:p>
          <a:p>
            <a:r>
              <a:rPr lang="en-US" sz="2400" dirty="0"/>
              <a:t>Think of placing pages in a binder: that is the \input command.</a:t>
            </a:r>
          </a:p>
        </p:txBody>
      </p:sp>
    </p:spTree>
    <p:extLst>
      <p:ext uri="{BB962C8B-B14F-4D97-AF65-F5344CB8AC3E}">
        <p14:creationId xmlns:p14="http://schemas.microsoft.com/office/powerpoint/2010/main" val="716125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Citations</a:t>
            </a:r>
          </a:p>
        </p:txBody>
      </p:sp>
      <p:pic>
        <p:nvPicPr>
          <p:cNvPr id="4" name="Picture 3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992873DF-209C-025D-D1AA-8E55323B0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774" y="2442812"/>
            <a:ext cx="5804452" cy="32658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EF5BF-6F81-1396-3788-86704CECB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323" y="1618044"/>
            <a:ext cx="6983354" cy="666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4ABFA-CAC4-5389-1A81-B76944D901DC}"/>
              </a:ext>
            </a:extLst>
          </p:cNvPr>
          <p:cNvSpPr txBox="1"/>
          <p:nvPr/>
        </p:nvSpPr>
        <p:spPr>
          <a:xfrm>
            <a:off x="574039" y="6069495"/>
            <a:ext cx="11043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Cite resources used for design/code. Find the </a:t>
            </a:r>
            <a:r>
              <a:rPr lang="en-US" sz="2000" dirty="0" err="1"/>
              <a:t>bibliography.bib</a:t>
            </a:r>
            <a:r>
              <a:rPr lang="en-US" sz="2000" dirty="0"/>
              <a:t> file and mimic entries already there.</a:t>
            </a:r>
          </a:p>
        </p:txBody>
      </p:sp>
    </p:spTree>
    <p:extLst>
      <p:ext uri="{BB962C8B-B14F-4D97-AF65-F5344CB8AC3E}">
        <p14:creationId xmlns:p14="http://schemas.microsoft.com/office/powerpoint/2010/main" val="388117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Citations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3C1D388-46A4-73D2-83DF-8635C777A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97" y="2133600"/>
            <a:ext cx="9530806" cy="2060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1B0524-DAC5-8DEA-4F44-18EBC2D824CB}"/>
              </a:ext>
            </a:extLst>
          </p:cNvPr>
          <p:cNvSpPr txBox="1"/>
          <p:nvPr/>
        </p:nvSpPr>
        <p:spPr>
          <a:xfrm>
            <a:off x="362443" y="5049078"/>
            <a:ext cx="114671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how citations should appear in the notebook, with a space before </a:t>
            </a:r>
          </a:p>
          <a:p>
            <a:r>
              <a:rPr lang="en-US" sz="2800" dirty="0"/>
              <a:t>and a period after (if at the end of the sentence).</a:t>
            </a:r>
          </a:p>
        </p:txBody>
      </p:sp>
    </p:spTree>
    <p:extLst>
      <p:ext uri="{BB962C8B-B14F-4D97-AF65-F5344CB8AC3E}">
        <p14:creationId xmlns:p14="http://schemas.microsoft.com/office/powerpoint/2010/main" val="51085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7DCE-0CDB-5497-F7BA-F9DC89E7E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 err="1"/>
              <a:t>Github</a:t>
            </a:r>
            <a:r>
              <a:rPr lang="en-US" sz="7200" dirty="0"/>
              <a:t> desktop</a:t>
            </a:r>
          </a:p>
        </p:txBody>
      </p:sp>
    </p:spTree>
    <p:extLst>
      <p:ext uri="{BB962C8B-B14F-4D97-AF65-F5344CB8AC3E}">
        <p14:creationId xmlns:p14="http://schemas.microsoft.com/office/powerpoint/2010/main" val="242212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Overview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1897905-5A64-B680-89F3-36C78C9CB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7" y="1459866"/>
            <a:ext cx="5353880" cy="49828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BBD1B5-F184-60FD-F2EB-77962FBC222F}"/>
              </a:ext>
            </a:extLst>
          </p:cNvPr>
          <p:cNvSpPr txBox="1"/>
          <p:nvPr/>
        </p:nvSpPr>
        <p:spPr>
          <a:xfrm>
            <a:off x="6096000" y="3167269"/>
            <a:ext cx="53168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This should be the view upon</a:t>
            </a:r>
          </a:p>
          <a:p>
            <a:r>
              <a:rPr lang="en-US" sz="3200" dirty="0"/>
              <a:t>opening GitHub Desktop.</a:t>
            </a:r>
          </a:p>
        </p:txBody>
      </p:sp>
    </p:spTree>
    <p:extLst>
      <p:ext uri="{BB962C8B-B14F-4D97-AF65-F5344CB8AC3E}">
        <p14:creationId xmlns:p14="http://schemas.microsoft.com/office/powerpoint/2010/main" val="166265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Project board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38B8880-4A55-C94D-3011-588BE064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3" y="1459866"/>
            <a:ext cx="7837714" cy="4424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08C51A-01DB-9D64-6BC5-CDB405B8D235}"/>
              </a:ext>
            </a:extLst>
          </p:cNvPr>
          <p:cNvSpPr txBox="1"/>
          <p:nvPr/>
        </p:nvSpPr>
        <p:spPr>
          <a:xfrm>
            <a:off x="2310700" y="5892700"/>
            <a:ext cx="7570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is the board view. Items should be dragged to their</a:t>
            </a:r>
          </a:p>
          <a:p>
            <a:r>
              <a:rPr lang="en-US" sz="2400" dirty="0"/>
              <a:t>appropriate category as needed.</a:t>
            </a:r>
          </a:p>
        </p:txBody>
      </p:sp>
    </p:spTree>
    <p:extLst>
      <p:ext uri="{BB962C8B-B14F-4D97-AF65-F5344CB8AC3E}">
        <p14:creationId xmlns:p14="http://schemas.microsoft.com/office/powerpoint/2010/main" val="92824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pic>
        <p:nvPicPr>
          <p:cNvPr id="4" name="Picture 3" descr="A screenshot of a chat&#10;&#10;Description automatically generated">
            <a:extLst>
              <a:ext uri="{FF2B5EF4-FFF2-40B4-BE49-F238E27FC236}">
                <a16:creationId xmlns:a16="http://schemas.microsoft.com/office/drawing/2014/main" id="{B651D017-9831-F573-0DBB-FF159E35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94" y="1630018"/>
            <a:ext cx="6830966" cy="4685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34BC3-D400-C5C8-F54B-699339C15D44}"/>
              </a:ext>
            </a:extLst>
          </p:cNvPr>
          <p:cNvSpPr txBox="1"/>
          <p:nvPr/>
        </p:nvSpPr>
        <p:spPr>
          <a:xfrm>
            <a:off x="8587409" y="2676938"/>
            <a:ext cx="30579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Click “Add item” on the desired category.</a:t>
            </a:r>
          </a:p>
        </p:txBody>
      </p:sp>
    </p:spTree>
    <p:extLst>
      <p:ext uri="{BB962C8B-B14F-4D97-AF65-F5344CB8AC3E}">
        <p14:creationId xmlns:p14="http://schemas.microsoft.com/office/powerpoint/2010/main" val="281774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34BC3-D400-C5C8-F54B-699339C15D44}"/>
              </a:ext>
            </a:extLst>
          </p:cNvPr>
          <p:cNvSpPr txBox="1"/>
          <p:nvPr/>
        </p:nvSpPr>
        <p:spPr>
          <a:xfrm>
            <a:off x="8295861" y="2451289"/>
            <a:ext cx="30579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Click the ‘+’ and click “Create new issue.”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BC94565-80C1-7715-F04C-C7E9E851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083"/>
            <a:ext cx="5661272" cy="20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25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27A87DA-7B42-E789-66D6-1AF0B4FB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41" y="1643270"/>
            <a:ext cx="5805624" cy="4764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47865A-BEA4-87CA-17C4-46C9DC14BBC9}"/>
              </a:ext>
            </a:extLst>
          </p:cNvPr>
          <p:cNvSpPr txBox="1"/>
          <p:nvPr/>
        </p:nvSpPr>
        <p:spPr>
          <a:xfrm>
            <a:off x="6983896" y="2292626"/>
            <a:ext cx="39093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should be the screen seen at this point. You may need to select a different repository depending on the task to be done. Click the “Blank issue in…”</a:t>
            </a:r>
          </a:p>
        </p:txBody>
      </p:sp>
    </p:spTree>
    <p:extLst>
      <p:ext uri="{BB962C8B-B14F-4D97-AF65-F5344CB8AC3E}">
        <p14:creationId xmlns:p14="http://schemas.microsoft.com/office/powerpoint/2010/main" val="4009773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7865A-BEA4-87CA-17C4-46C9DC14BBC9}"/>
              </a:ext>
            </a:extLst>
          </p:cNvPr>
          <p:cNvSpPr txBox="1"/>
          <p:nvPr/>
        </p:nvSpPr>
        <p:spPr>
          <a:xfrm>
            <a:off x="6983896" y="2292626"/>
            <a:ext cx="39093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you clicked “Blank issue in…” before, select the appropriate repository on this screen.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9DD13EB-24D2-98EF-DF92-53793453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2440"/>
            <a:ext cx="5130092" cy="46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2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7865A-BEA4-87CA-17C4-46C9DC14BBC9}"/>
              </a:ext>
            </a:extLst>
          </p:cNvPr>
          <p:cNvSpPr txBox="1"/>
          <p:nvPr/>
        </p:nvSpPr>
        <p:spPr>
          <a:xfrm>
            <a:off x="7444409" y="2908179"/>
            <a:ext cx="3909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If you selected another repository, now select “Choose.”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442D745-FE8B-9B1F-7E86-682D3121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0" y="3034748"/>
            <a:ext cx="6700588" cy="20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62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DE810A2-9EE8-B6C1-E3D5-164DB5D69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160" y="2340849"/>
            <a:ext cx="3671266" cy="184696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76BE08A-6589-E5EC-0722-6BB2835C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038" y="1518682"/>
            <a:ext cx="5618922" cy="3491298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B22B761-ECC6-042C-A37F-0219A910C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4" y="1264946"/>
            <a:ext cx="2546866" cy="43281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1AE0B5-AE43-7523-FA37-EDD72C4EC528}"/>
              </a:ext>
            </a:extLst>
          </p:cNvPr>
          <p:cNvSpPr txBox="1"/>
          <p:nvPr/>
        </p:nvSpPr>
        <p:spPr>
          <a:xfrm>
            <a:off x="675285" y="5890963"/>
            <a:ext cx="10841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 the next screen, you should give an appropriate title (using same rules as commit messages).</a:t>
            </a:r>
          </a:p>
          <a:p>
            <a:r>
              <a:rPr lang="en-US" sz="2000" dirty="0"/>
              <a:t>You should also add appropriate labels and an assignee. </a:t>
            </a:r>
          </a:p>
        </p:txBody>
      </p:sp>
    </p:spTree>
    <p:extLst>
      <p:ext uri="{BB962C8B-B14F-4D97-AF65-F5344CB8AC3E}">
        <p14:creationId xmlns:p14="http://schemas.microsoft.com/office/powerpoint/2010/main" val="286851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pic>
        <p:nvPicPr>
          <p:cNvPr id="5" name="Picture 4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166369E0-7F1E-0F09-A686-85E25B59B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291" y="2772230"/>
            <a:ext cx="4941418" cy="1313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F77220-2142-AD53-8CA8-6E3086135C55}"/>
              </a:ext>
            </a:extLst>
          </p:cNvPr>
          <p:cNvSpPr txBox="1"/>
          <p:nvPr/>
        </p:nvSpPr>
        <p:spPr>
          <a:xfrm>
            <a:off x="906470" y="5398134"/>
            <a:ext cx="10379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After the item is completely fleshed out, click the “Create” button.</a:t>
            </a:r>
          </a:p>
        </p:txBody>
      </p:sp>
    </p:spTree>
    <p:extLst>
      <p:ext uri="{BB962C8B-B14F-4D97-AF65-F5344CB8AC3E}">
        <p14:creationId xmlns:p14="http://schemas.microsoft.com/office/powerpoint/2010/main" val="4128044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Adding an item</a:t>
            </a:r>
          </a:p>
        </p:txBody>
      </p:sp>
      <p:pic>
        <p:nvPicPr>
          <p:cNvPr id="5" name="Picture 4" descr="A green rectangle with white text&#10;&#10;Description automatically generated">
            <a:extLst>
              <a:ext uri="{FF2B5EF4-FFF2-40B4-BE49-F238E27FC236}">
                <a16:creationId xmlns:a16="http://schemas.microsoft.com/office/drawing/2014/main" id="{166369E0-7F1E-0F09-A686-85E25B59B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291" y="2772230"/>
            <a:ext cx="4941418" cy="1313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F77220-2142-AD53-8CA8-6E3086135C55}"/>
              </a:ext>
            </a:extLst>
          </p:cNvPr>
          <p:cNvSpPr txBox="1"/>
          <p:nvPr/>
        </p:nvSpPr>
        <p:spPr>
          <a:xfrm>
            <a:off x="906470" y="5398134"/>
            <a:ext cx="10379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After the item is completely fleshed out, click the “Create” button.</a:t>
            </a:r>
          </a:p>
        </p:txBody>
      </p:sp>
    </p:spTree>
    <p:extLst>
      <p:ext uri="{BB962C8B-B14F-4D97-AF65-F5344CB8AC3E}">
        <p14:creationId xmlns:p14="http://schemas.microsoft.com/office/powerpoint/2010/main" val="411002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85BB-F4FA-B073-4549-5CE598A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TIMELINE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77220-2142-AD53-8CA8-6E3086135C55}"/>
              </a:ext>
            </a:extLst>
          </p:cNvPr>
          <p:cNvSpPr txBox="1"/>
          <p:nvPr/>
        </p:nvSpPr>
        <p:spPr>
          <a:xfrm>
            <a:off x="279183" y="5822718"/>
            <a:ext cx="119464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 the other tab, “Timeline,” add estimated start/end dates if reasonable to</a:t>
            </a:r>
          </a:p>
          <a:p>
            <a:r>
              <a:rPr lang="en-US" sz="2800" dirty="0"/>
              <a:t>do </a:t>
            </a:r>
            <a:r>
              <a:rPr lang="en-US" sz="2800"/>
              <a:t>so, or </a:t>
            </a:r>
            <a:r>
              <a:rPr lang="en-US" sz="2800" dirty="0"/>
              <a:t>to update real start/end dates.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6189FD7-44AE-829D-3A99-E9C726801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9" y="1459866"/>
            <a:ext cx="8882742" cy="436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65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Win32_KB_V8" id="{D936FED2-501D-48F0-A80E-61DD1DBA5275}" vid="{E4313161-2856-4734-B724-18B5BE378C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16EFE2-18A5-4C3A-9FA3-E7BA78A411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5D8971-197D-498A-A549-45036B50B5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28559E-9D79-4E89-931C-DD8A93F1C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{468AED9A-87CB-4024-BCD1-85568D9CF534}tf67328976_win32</Template>
  <TotalTime>345</TotalTime>
  <Words>397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Custom</vt:lpstr>
      <vt:lpstr>Notebook</vt:lpstr>
      <vt:lpstr>Daily logging</vt:lpstr>
      <vt:lpstr>Daily logging</vt:lpstr>
      <vt:lpstr>SUBJECT FILES</vt:lpstr>
      <vt:lpstr>SUBJECT FILES</vt:lpstr>
      <vt:lpstr>Citations</vt:lpstr>
      <vt:lpstr>Citations</vt:lpstr>
      <vt:lpstr>Github desktop</vt:lpstr>
      <vt:lpstr>Overview</vt:lpstr>
      <vt:lpstr>Project board</vt:lpstr>
      <vt:lpstr>Adding an item</vt:lpstr>
      <vt:lpstr>Adding an item</vt:lpstr>
      <vt:lpstr>Adding an item</vt:lpstr>
      <vt:lpstr>Adding an item</vt:lpstr>
      <vt:lpstr>Adding an item</vt:lpstr>
      <vt:lpstr>Adding an item</vt:lpstr>
      <vt:lpstr>Adding an item</vt:lpstr>
      <vt:lpstr>Adding an item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</dc:title>
  <dc:creator>Braden Pierce</dc:creator>
  <cp:lastModifiedBy>Braden Pierce</cp:lastModifiedBy>
  <cp:revision>6</cp:revision>
  <dcterms:created xsi:type="dcterms:W3CDTF">2023-10-29T02:09:29Z</dcterms:created>
  <dcterms:modified xsi:type="dcterms:W3CDTF">2024-07-28T04:04:26Z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